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itter Medium" panose="020B0604020202020204" charset="0"/>
      <p:regular r:id="rId13"/>
    </p:embeddedFont>
    <p:embeddedFont>
      <p:font typeface="Open Sans" panose="020F050202020403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273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D404B-F705-F906-37EA-DD32C2B2B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35B59-4C61-4763-D1CD-46D9C628E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B483-7430-80C2-1D6B-E4EFBAA3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74D5-4F07-4971-A3B1-77A39520B96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5E2CF-6F3F-6EC6-1B9E-EDB569FE8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11885-ADB9-009B-7879-D90C2E2DF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E6158-8975-40E2-AD95-17B28A426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341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7646-346B-6AB5-AD66-8B010CA7F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3F1C0-CF43-9F04-C398-00AB7E3E8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19B5E-D0CB-9EE9-F29A-7DFB57A5B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74D5-4F07-4971-A3B1-77A39520B96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6D326-2250-FA26-F620-4D5612A96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62D2D-405C-025E-1F6A-3D220206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E6158-8975-40E2-AD95-17B28A426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1683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461B-9635-D996-E5AC-14896CCF9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FEC4B-BEC2-EF91-59A6-C6E346365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1E8DE-F583-6D94-52C3-EC2562258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74D5-4F07-4971-A3B1-77A39520B96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9FA5C-4863-C507-D1B2-0FE0FFC1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3C89E-5997-47DE-603A-9B5A3F30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E6158-8975-40E2-AD95-17B28A426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2172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8E8C4-C940-D03A-C20C-63F11D73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85D7C-1607-DC2D-B7F4-EDB4D022D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BACF8-6572-CD6F-6A23-6CA229CA9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5292A-DC36-568E-E7EB-DF01EE44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74D5-4F07-4971-A3B1-77A39520B96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11D25-D961-97B4-3C3D-CCDEB321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4D9F7-229E-4CA1-68AC-67AE5BC2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E6158-8975-40E2-AD95-17B28A426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9044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7632-E99E-E919-6B40-E630A14DC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0AAE-7871-DF42-3C69-D6C44260A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5D595-B6D6-8E65-1AD3-3E377664D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A2D74C-4689-DEA2-C27B-0143EC7336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09844A-DEB8-5898-EA2E-16FC422E4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1C678B-6820-18CD-E424-5454040B2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74D5-4F07-4971-A3B1-77A39520B96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0B358-5081-3364-4203-801363BB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55D9F1-8475-E999-AF74-37E9AD4A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E6158-8975-40E2-AD95-17B28A426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55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F52BE-D4A5-A76A-B712-D88DC6513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938F1A-A745-720C-DE38-9EB88FF4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74D5-4F07-4971-A3B1-77A39520B96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C9B5B-0520-BD69-0C3F-624AA03B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B63A2-9FA9-000F-0B2F-2703E862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E6158-8975-40E2-AD95-17B28A426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7658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4C6CC-CBB2-417A-8BB8-B3CB0BC3A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74D5-4F07-4971-A3B1-77A39520B96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E8845-CF3E-82C2-C970-50BC1C6C7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F66CE-3EF5-63D9-6152-0AD0AF13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E6158-8975-40E2-AD95-17B28A426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8017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FF02-FAA2-5DB1-F670-20437B578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D4424-9A1B-34BC-0625-616CB94AF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083F1-AD8B-137E-31F5-4686E1F0B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FE39D-70BB-8EA7-DF33-68DB7223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74D5-4F07-4971-A3B1-77A39520B96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557F3-0891-D9E9-4AF8-88071322B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16CE1-3919-A241-F9AA-8E444C89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E6158-8975-40E2-AD95-17B28A426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7396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E32F-8CA5-1C98-532E-06BAC9F64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9FB9F-A9D9-FA64-E40B-83C6BDA302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47F4E-929D-1446-527E-E1C1F1C42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98E55-B5E0-23E8-113C-9C0F588DF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74D5-4F07-4971-A3B1-77A39520B96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D8CDE-4916-1CF7-399E-C27401286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5D4BA-9616-DBC7-96B4-7A86D873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E6158-8975-40E2-AD95-17B28A426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41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2173E-F614-2301-4694-E02A3CDBC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AA351-06C0-C035-9D96-3E73FE777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575D2-2317-D213-09F1-4A2598F7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74D5-4F07-4971-A3B1-77A39520B96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C7D82-46BC-6E82-6AB9-FC9924F8F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F7316-720F-4B2B-B4D8-7B6E1ED3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E6158-8975-40E2-AD95-17B28A426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9045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19FE9B-B738-BE36-9731-19C3F60AFD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2FA81-EAC5-80C8-0FFB-EC06D1875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ADEB2-9FA7-AA03-4DF3-088F7D9E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74D5-4F07-4971-A3B1-77A39520B96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2A9E5-25FD-ECA0-923C-40ED8CA3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999B9-3F87-4591-E6D6-1E1B16050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E6158-8975-40E2-AD95-17B28A426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5935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702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068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617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728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710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241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2724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81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63564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75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872D94-28E7-6CFF-9858-0E5B332F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51865-B741-4300-FD8C-CD711A00E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B75D3-3B42-3061-CEF5-347B3BD2A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474D5-4F07-4971-A3B1-77A39520B96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45F63-E12B-C699-B8C4-0D5BB0A6B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25CB9-61AE-0EAE-F2F5-FCDBB1909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E6158-8975-40E2-AD95-17B28A426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712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mailto:1272250455@mitwpu.edu.in" TargetMode="External"/><Relationship Id="rId4" Type="http://schemas.openxmlformats.org/officeDocument/2006/relationships/hyperlink" Target="mailto:1272250462@mitwpu.edu.i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8091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Charging Infrastructure for Electric Vehicles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89196"/>
            <a:ext cx="737044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Challenges and AI-Based Solutions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39963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Fulpagare Pradnyesh </a:t>
            </a:r>
            <a:r>
              <a:rPr lang="en-US" sz="1750" u="sng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1272250462@mitwpu.edu.in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614386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Department of Computer Science and Application MIT World Peace University Pune, Maharashtra.</a:t>
            </a:r>
            <a:r>
              <a:rPr lang="en-US" sz="1400" u="sng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3790" y="54500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Nangare Ishaa </a:t>
            </a:r>
            <a:r>
              <a:rPr lang="en-US" sz="1750" u="sng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1272250455@mitwpu.edu.in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068139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 of Computer Science and Application MIT World Peace University Pune, Maharashtra.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201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26909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Electric vehicles (EVs) are the future of transportation, but their success depends on reliable charging infrastructure. Currently, charging stations face issues like long wait times, uneven distribution, and maintenance problems.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97585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 (AI) can help solve these problems by predicting demand, optimizing charging schedules, and preventing equipment failures.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319713"/>
            <a:ext cx="7556421" cy="1689616"/>
          </a:xfrm>
          <a:prstGeom prst="roundRect">
            <a:avLst>
              <a:gd name="adj" fmla="val 5638"/>
            </a:avLst>
          </a:prstGeom>
          <a:solidFill>
            <a:srgbClr val="FAD3B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671423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5603200"/>
            <a:ext cx="659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"EVs need charging stations everywhere. Without good infrastructure, people won't switch to electric cars. AI can make charging stations smarter and more efficient."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98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42304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242304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499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Long Wait Times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990017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 many cars at popular stations during peak hours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242304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242304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499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Uneven Distribution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2990017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 stations empty while others overcrowded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3837027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3837027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0943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Equipment Failures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4584740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Broken chargers cause inconvenience and lost revenue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3837027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3837027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0943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 Costs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4584740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Expensive installation and maintenance of infrastructure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822990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FAD3B8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174700"/>
            <a:ext cx="283488" cy="22681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30906" y="6106478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"The main problems are simple: too many cars at some stations, too few at others, broken equipment, and high costs. These issues frustrate users and slow EV adoption."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65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Research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3897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94015"/>
            <a:ext cx="6407944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768322"/>
            <a:ext cx="34036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Predict Charging Demand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25874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AI to forecast when and where cars will need charging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23897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594015"/>
            <a:ext cx="6408063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7683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Optimize Charging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258741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 scheduling to reduce wait times and balance load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01847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373523"/>
            <a:ext cx="6407944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5478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Prevent Failures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03824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 maintenance needs before equipment breaks down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01847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373523"/>
            <a:ext cx="6408063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5478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Improve Efficiency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03824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 the whole charging network work better and cheaper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826323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FAD3B8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178034"/>
            <a:ext cx="283488" cy="22681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30906" y="6109811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"My research has four clear goals: predict demand using AI, optimize charging schedules, prevent equipment failures, and improve overall efficiency of the network."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10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Literature Review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67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Existing Studies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67921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statistical methods for demand forecasting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Rule-based charging scheduling systems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Reactive maintenance approaches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Basic load balancing techniques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7867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in EV Charging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367921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for pattern recognition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Predictive analytics for maintenance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Neural networks for demand prediction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Optimization algorithms for scheduling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391864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FAD3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743575"/>
            <a:ext cx="283488" cy="226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0906" y="5675352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"Previous research used traditional methods and basic rules. Recent studies show AI and machine learning can do much better at predicting patterns and optimizing systems."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807" y="644009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Gap Analysis</a:t>
            </a:r>
            <a:endParaRPr lang="en-US" sz="4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807" y="1671399"/>
            <a:ext cx="1116330" cy="13396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03927" y="1894642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Past Methods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603927" y="2375297"/>
            <a:ext cx="62450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statistics, reactive responses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807" y="3011091"/>
            <a:ext cx="1116330" cy="13396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03927" y="323433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Current Problems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603927" y="3714988"/>
            <a:ext cx="62450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real-time adaptation, high failure rates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807" y="4350782"/>
            <a:ext cx="1116330" cy="13396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03927" y="4574024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Research Gap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03927" y="5054679"/>
            <a:ext cx="62450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AI solution missing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6267807" y="5937647"/>
            <a:ext cx="7581186" cy="1647825"/>
          </a:xfrm>
          <a:prstGeom prst="roundRect">
            <a:avLst>
              <a:gd name="adj" fmla="val 5691"/>
            </a:avLst>
          </a:prstGeom>
          <a:solidFill>
            <a:srgbClr val="FAD3B8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049" y="6280309"/>
            <a:ext cx="279083" cy="22324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93374" y="6213158"/>
            <a:ext cx="663237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"There's a clear gap: existing systems don't adapt in real-time, break down too often, and lack an integrated AI approach. My research fills this gap."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50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Proposed Solution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27446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6618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84892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Demand Prediction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059555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ST-G-LSTM Model: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 AI model that predicts charging demand using past data, time, and location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427446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6618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284892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Smart Charging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059555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schedules charging based on demand predictions and grid capacity to optimize efficiency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427446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6618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1734" y="284892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569137"/>
            <a:ext cx="31242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Predictive Maintenance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059555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Monitors equipment health and predicts failures before they happen using sensor data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5637848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FAD3B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5989558"/>
            <a:ext cx="283488" cy="22681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30906" y="5921335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"My solution combines three AI-powered parts: ST-G-LSTM predicts demand, smart charging schedules power delivery, and predictive maintenance prevents breakdowns. Together, they make a complete system."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4027"/>
            <a:ext cx="57389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Comparative Analysis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46434"/>
            <a:ext cx="13042821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95405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09776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209776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Existing System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499997" y="209776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 AI System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60437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274808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274808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499997" y="274808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ST-G-LSTM predictions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25469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3398401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Charging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40379" y="3398401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First-come-first-serve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499997" y="3398401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 scheduling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390501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04872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Maintenance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4048720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breakdown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499997" y="4048720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breakdown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55533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469904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Efficiency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940379" y="4699040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utilization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499997" y="4699040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Optimized usage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20565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343" y="5349359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Wait Time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940379" y="5349359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during peak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499997" y="5349359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Minimized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93790" y="6118741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FAD3B8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470452"/>
            <a:ext cx="283488" cy="22681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530906" y="6402229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"This table shows the key differences. The proposed AI system beats traditional methods in every category: better predictions, smarter charging, preventive maintenance, and happier users."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14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Expected Results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4719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40%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3789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Reduce Wait Time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86941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Smarter scheduling means shorter queues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34719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30%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691426" y="3378994"/>
            <a:ext cx="32474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Lower Maintenance Cost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386941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 failures before they happen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34719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25%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3789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Better Utilization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386941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load across all stations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8503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improvements would make EV charging more reliable and convenient for users while reducing costs for operators.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468422"/>
            <a:ext cx="13042821" cy="1689616"/>
          </a:xfrm>
          <a:prstGeom prst="roundRect">
            <a:avLst>
              <a:gd name="adj" fmla="val 5638"/>
            </a:avLst>
          </a:prstGeom>
          <a:solidFill>
            <a:srgbClr val="FAD3B8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820132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5751909"/>
            <a:ext cx="120788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"Based on similar AI implementations, we expect significant improvements: 40% less waiting, 30% lower maintenance costs, and 25% better station utilization. These numbers make EV charging more attractive to everyone."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24865"/>
            <a:ext cx="70674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 &amp; Future Scope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1006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2681764"/>
            <a:ext cx="35015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can predict charging demand accurately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 scheduling reduces wait times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Predictive maintenance saves money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2100620"/>
            <a:ext cx="29141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Improvements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2681764"/>
            <a:ext cx="35015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with smart grid systems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real-time traffic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Include renewable energy sources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352217"/>
            <a:ext cx="7556421" cy="2052518"/>
          </a:xfrm>
          <a:prstGeom prst="roundRect">
            <a:avLst>
              <a:gd name="adj" fmla="val 4642"/>
            </a:avLst>
          </a:prstGeom>
          <a:solidFill>
            <a:srgbClr val="FAD3B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5703927"/>
            <a:ext cx="283488" cy="2268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17306" y="5635704"/>
            <a:ext cx="659249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"In conclusion, AI solves major EV charging problems. Future work should connect to smart grids, add traffic data, and incorporate renewable energy. This research paves the way for smarter, sustainable transportation."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754</Words>
  <Application>Microsoft Office PowerPoint</Application>
  <PresentationFormat>Custom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Bitter Light</vt:lpstr>
      <vt:lpstr>Arial</vt:lpstr>
      <vt:lpstr>Calibri Light</vt:lpstr>
      <vt:lpstr>Open Sans</vt:lpstr>
      <vt:lpstr>Bitter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Pradnyesh Fulpagare</dc:creator>
  <cp:lastModifiedBy>Pradnyesh Fulpagare</cp:lastModifiedBy>
  <cp:revision>2</cp:revision>
  <dcterms:created xsi:type="dcterms:W3CDTF">2026-04-10T07:14:02Z</dcterms:created>
  <dcterms:modified xsi:type="dcterms:W3CDTF">2026-04-10T07:15:53Z</dcterms:modified>
</cp:coreProperties>
</file>